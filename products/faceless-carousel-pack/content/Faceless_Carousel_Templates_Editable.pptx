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2194560" cy="2194560"/>
          </a:xfrm>
          <a:prstGeom prst="ellipse">
            <a:avLst/>
          </a:prstGeom>
          <a:noFill/>
          <a:ln w="38100">
            <a:solidFill>
              <a:srgbClr val="0F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7680960"/>
            <a:ext cx="2194560" cy="2194560"/>
          </a:xfrm>
          <a:prstGeom prst="ellipse">
            <a:avLst/>
          </a:prstGeom>
          <a:noFill/>
          <a:ln w="38100">
            <a:solidFill>
              <a:srgbClr val="0F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A25A"/>
                </a:solidFill>
                <a:latin typeface="Arial"/>
              </a:rPr>
              <a:t>PRODUCTIVITY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417320"/>
            <a:ext cx="2560320" cy="381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5 Productivity Habits</a:t>
            </a:r>
          </a:p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That Actually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80560"/>
            <a:ext cx="67665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8D2D8"/>
                </a:solidFill>
                <a:latin typeface="Arial"/>
              </a:rPr>
              <a:t>Small daily changes that create real, lasting results, no burnout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75895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9A25A"/>
                </a:solidFill>
                <a:latin typeface="Arial"/>
              </a:rPr>
              <a:t>SWIPE FOR THE FULL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D2D8"/>
                </a:solidFill>
                <a:latin typeface="Arial"/>
              </a:rPr>
              <a:t>@MACRODIGITALCO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HABIT 1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Time-Block Your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[Add your example or story here, e.g. how time-blocking changed your mornings]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HABIT 2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Use the 2-Minute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[Add your example or story here, a task you knocked out in under 2 minutes]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HABIT 3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Single-Task, Don't Multitask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[Add your example or story here, what happened when you focused on one thing]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HABIT 4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Protect Your Energy, Not Just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[Add your example or story here, your personal high-energy window]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HABIT 5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Review and Reset Weekly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[Add your example or story here, your weekly review ritual]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6/6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1097280"/>
            <a:ext cx="1828800" cy="182880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0972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Ready to build habits that stick?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4709160"/>
            <a:ext cx="201168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6949440" cy="1554480"/>
          </a:xfrm>
          <a:prstGeom prst="roundRect">
            <a:avLst>
              <a:gd name="adj" fmla="val 8000"/>
            </a:avLst>
          </a:prstGeom>
          <a:solidFill>
            <a:srgbClr val="0A4A46"/>
          </a:solidFill>
          <a:ln w="19050">
            <a:solidFill>
              <a:srgbClr val="C9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6400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9A25A"/>
                </a:solidFill>
                <a:latin typeface="Arial"/>
              </a:rPr>
              <a:t>[Your CTA here, e.g. "Follow for more productivity tips every week"]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6364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8D2D8"/>
                </a:solidFill>
                <a:latin typeface="Arial"/>
              </a:rPr>
              <a:t>( edit this CTA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697230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81E0A"/>
                </a:solidFill>
              </a:rPr>
              <a:t>FOLLOW FOR 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D2D8"/>
                </a:solidFill>
                <a:latin typeface="Arial"/>
              </a:rPr>
              <a:t>@MACRODIGITALCO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6/6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2194560" cy="2194560"/>
          </a:xfrm>
          <a:prstGeom prst="ellipse">
            <a:avLst/>
          </a:prstGeom>
          <a:noFill/>
          <a:ln w="38100">
            <a:solidFill>
              <a:srgbClr val="0F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7680960"/>
            <a:ext cx="2194560" cy="2194560"/>
          </a:xfrm>
          <a:prstGeom prst="ellipse">
            <a:avLst/>
          </a:prstGeom>
          <a:noFill/>
          <a:ln w="38100">
            <a:solidFill>
              <a:srgbClr val="0F7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A25A"/>
                </a:solidFill>
                <a:latin typeface="Arial"/>
              </a:rPr>
              <a:t>PRODUCTIVITY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417320"/>
            <a:ext cx="2560320" cy="381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How to Beat</a:t>
            </a:r>
          </a:p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Procrastination in 5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80560"/>
            <a:ext cx="67665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8D2D8"/>
                </a:solidFill>
                <a:latin typeface="Arial"/>
              </a:rPr>
              <a:t>A simple, repeatable process to stop delaying and start doing.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75895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9A25A"/>
                </a:solidFill>
                <a:latin typeface="Arial"/>
              </a:rPr>
              <a:t>SWIPE FOR THE FULL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D2D8"/>
                </a:solidFill>
                <a:latin typeface="Arial"/>
              </a:rPr>
              <a:t>@MACRODIGITALCO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1/6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Break It Into Tiny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[Your tip here, how you break a big project into small first steps]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2/6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Use the 5-Minute Start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[Your tip here, commit to just 5 minutes and see what happens]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3/6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Remove Friction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[Your tip here, one distraction you removed before starting work]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4/6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Set a Fake Deadline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[Your tip here, how an earlier deadline keeps you on track]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5/6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STEP 5</a:t>
            </a:r>
          </a:p>
        </p:txBody>
      </p:sp>
      <p:sp>
        <p:nvSpPr>
          <p:cNvPr id="4" name="Oval 3"/>
          <p:cNvSpPr/>
          <p:nvPr/>
        </p:nvSpPr>
        <p:spPr>
          <a:xfrm>
            <a:off x="3977640" y="1737360"/>
            <a:ext cx="1188720" cy="118872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96596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4A46"/>
                </a:solidFill>
                <a:latin typeface="Arial"/>
              </a:rPr>
              <a:t>Reward the Finish, Not the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343400"/>
            <a:ext cx="182880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7498079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E7876"/>
                </a:solidFill>
                <a:latin typeface="Arial"/>
              </a:rPr>
              <a:t>[Your tip here, a small reward that keeps you motivated]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49224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AAA596"/>
                </a:solidFill>
                <a:latin typeface="Arial"/>
              </a:rPr>
              <a:t>( click to edit this text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7876"/>
                </a:solidFill>
                <a:latin typeface="Arial"/>
              </a:rPr>
              <a:t>@MACRODIGITALCO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6/6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1097280"/>
            <a:ext cx="1828800" cy="1828800"/>
          </a:xfrm>
          <a:prstGeom prst="ellipse">
            <a:avLst/>
          </a:prstGeom>
          <a:solidFill>
            <a:srgbClr val="0F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0972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Which step will you try first?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4709160"/>
            <a:ext cx="2011680" cy="50800"/>
          </a:xfrm>
          <a:prstGeom prst="rect">
            <a:avLst/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6949440" cy="1554480"/>
          </a:xfrm>
          <a:prstGeom prst="roundRect">
            <a:avLst>
              <a:gd name="adj" fmla="val 8000"/>
            </a:avLst>
          </a:prstGeom>
          <a:solidFill>
            <a:srgbClr val="0A4A46"/>
          </a:solidFill>
          <a:ln w="19050">
            <a:solidFill>
              <a:srgbClr val="C9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6400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9A25A"/>
                </a:solidFill>
                <a:latin typeface="Arial"/>
              </a:rPr>
              <a:t>[Your CTA here, e.g. "Save this post and follow for more"]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6364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8D2D8"/>
                </a:solidFill>
                <a:latin typeface="Arial"/>
              </a:rPr>
              <a:t>( edit this CTA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697230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81E0A"/>
                </a:solidFill>
              </a:rPr>
              <a:t>FOLLOW FOR 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3667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D2D8"/>
                </a:solidFill>
                <a:latin typeface="Arial"/>
              </a:rPr>
              <a:t>@MACRODIGITALCO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840333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A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81E0A"/>
                </a:solidFill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